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51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0A23F6-46C7-C671-DB69-F70B98790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75876A3-AA65-9B0F-000D-03884DFC03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D91832-D1EA-F6B0-F365-663C3F3A0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5D88-AD7F-4A3E-AF0D-D47865DDC7C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5E5B7A4-1A1E-F476-C61D-A478634EF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E6593F-8E82-3350-B78A-1D101382C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6D8CE-58B4-4FD8-9EDB-31627AC9F8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03031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5552A-4197-022C-5C7E-C8E75D2B1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CB44D5-C317-7E32-2AE4-D961D0F1F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48641A-2F7C-DD16-BAA0-FEC76C6B1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5D88-AD7F-4A3E-AF0D-D47865DDC7C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FF9A25-B838-D294-9CA8-1EB4B112B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315147-34D8-960F-E178-F715879A3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6D8CE-58B4-4FD8-9EDB-31627AC9F8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766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62E9E-E1D6-1755-89CC-A3D43FFF2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8DEF69-15D5-06C3-EB8E-B14FD8AA80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A962D7-F174-606D-1458-15D0BAF1D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5D88-AD7F-4A3E-AF0D-D47865DDC7C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1F1B1B-0338-C912-53E7-227C2CE05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0B4F20-7386-EEB5-BD54-805EEB83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6D8CE-58B4-4FD8-9EDB-31627AC9F8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3095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E5F154-67AF-CE25-12EC-EE2C8E69C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2E7B59-4DF8-9AD1-3CAF-4FBB26FA62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57C3E42-9CEC-E64E-C3FD-4B906A4A1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7FB1418-77C2-2856-1BA5-F45F81549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5D88-AD7F-4A3E-AF0D-D47865DDC7C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8FB7029-D51F-EECE-A3CE-34830A812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5841B56-27AC-7742-8CCE-2EB6273C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6D8CE-58B4-4FD8-9EDB-31627AC9F8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373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D4870-7CD6-246B-971C-6DCCF397A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393760-3BD4-88DF-7343-97FF40779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1853A46-8756-7236-8536-20AB19E77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2647B2F-9609-0E33-E64D-187D599938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3CE0D6-AC3B-16B1-61A4-3F34E9A54D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BE5392D-157E-7FE0-ABFF-9CD86C83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5D88-AD7F-4A3E-AF0D-D47865DDC7C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CDB70DD-AA85-F618-A740-ECEA2D7C9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A8D2A3-6A68-59EB-AAA6-2C891C215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6D8CE-58B4-4FD8-9EDB-31627AC9F8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2889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BA0BF6-E440-A5DC-0CEC-2D1166C0F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9DBD356-B843-5EF6-031C-E2D38747B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5D88-AD7F-4A3E-AF0D-D47865DDC7C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0D1C850-5E5E-0450-5E9D-CC565A17B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8BCCFC-8A6E-9CDF-AC37-CAD6D7B93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6D8CE-58B4-4FD8-9EDB-31627AC9F8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221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37413EC-73FD-71B9-E3F0-0C7E5B63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5D88-AD7F-4A3E-AF0D-D47865DDC7C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416E62D-79EB-306D-6C26-B5749E592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2EB2B2-1117-2A42-73B8-545611BD2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6D8CE-58B4-4FD8-9EDB-31627AC9F8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660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8D4A1-03E7-D0EE-6FE2-875A9FF12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7279BE-499F-DFD8-D170-5E6E5EF1D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D6E191-4F22-D980-95A6-D8F628F05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595A9E-F119-4335-044A-616B24E6A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5D88-AD7F-4A3E-AF0D-D47865DDC7C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5CE56EB-4F47-976B-B830-6F56B4795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AD2971-A548-E873-5ABB-8B7CC9EF0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6D8CE-58B4-4FD8-9EDB-31627AC9F8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410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E9F10E-DDEC-9D0F-2368-8A6207B76F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97C25B-EA7B-C126-2632-4F40F7F992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3CBEA10-5307-699A-3778-826065433C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81E4CF3-CCE7-2486-FAF7-7D8196C51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5D88-AD7F-4A3E-AF0D-D47865DDC7C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7564AB-44F2-1031-4A38-569F0195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B394A15-CF74-4559-D4AE-CA7B5AE2B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6D8CE-58B4-4FD8-9EDB-31627AC9F8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7382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B02E3C-A82E-DC43-9732-6401DF1C0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12D967-8D2A-53D4-F8AE-0406A5544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911F68-DBB0-6A24-61CA-AE807F1CC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5D88-AD7F-4A3E-AF0D-D47865DDC7C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827EC1-2AAA-CCD2-79C6-B397D78B4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1F3EF2-C122-DDEB-A04F-FB8279A0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6D8CE-58B4-4FD8-9EDB-31627AC9F8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346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8512C9-BF53-249D-2189-9481F7EF24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FBADE1-88D6-562F-72AE-A534E9ED3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102C4A-5625-870E-5423-A0BBFF9C9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5D88-AD7F-4A3E-AF0D-D47865DDC7C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CA3468-3773-6A46-96C3-7F1226E8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3C6E7B-B1FD-F5BC-A4AB-11D0710A8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6D8CE-58B4-4FD8-9EDB-31627AC9F8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37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A80C055-0790-393F-2272-9F5F340A9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CE3DC-DF50-AAF1-61A0-91DE0EA9A0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F36961-F4B6-BB2D-4D43-7590175284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165D88-AD7F-4A3E-AF0D-D47865DDC7CF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9F1722-A1D1-E561-7D4C-B9668ED36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B3C963-613A-345D-C7D2-7E291B8083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46D8CE-58B4-4FD8-9EDB-31627AC9F8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195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A3C5B9D-D090-4852-042B-7F7B65AB3843}"/>
              </a:ext>
            </a:extLst>
          </p:cNvPr>
          <p:cNvSpPr txBox="1"/>
          <p:nvPr/>
        </p:nvSpPr>
        <p:spPr>
          <a:xfrm>
            <a:off x="628450" y="2391577"/>
            <a:ext cx="105287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（做哪些开源数据库</a:t>
            </a:r>
            <a:r>
              <a:rPr lang="en-US" altLang="zh-CN" dirty="0"/>
              <a:t>/</a:t>
            </a:r>
            <a:r>
              <a:rPr lang="zh-CN" altLang="en-US" dirty="0"/>
              <a:t>内部数据）选几个数据集写一个简单的描述（名称、字段含义、覆盖时间、</a:t>
            </a:r>
            <a:r>
              <a:rPr lang="en-US" altLang="zh-CN" dirty="0"/>
              <a:t>API </a:t>
            </a:r>
            <a:r>
              <a:rPr lang="zh-CN" altLang="en-US" dirty="0"/>
              <a:t>地址），把这些描述存入 向量数据库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尝试使用 </a:t>
            </a:r>
            <a:r>
              <a:rPr lang="en-US" altLang="zh-CN" dirty="0" err="1"/>
              <a:t>LangChain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/>
              <a:t>Self-Querying Retriever</a:t>
            </a:r>
            <a:r>
              <a:rPr lang="zh-CN" altLang="en-US" dirty="0"/>
              <a:t> 功能测试数据检索和回答，返回相关的 </a:t>
            </a:r>
            <a:r>
              <a:rPr lang="en-US" altLang="zh-CN" dirty="0"/>
              <a:t>API </a:t>
            </a:r>
            <a:r>
              <a:rPr lang="zh-CN" altLang="en-US" dirty="0"/>
              <a:t>链接。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定义一些 </a:t>
            </a:r>
            <a:r>
              <a:rPr lang="en-US" altLang="zh-CN" dirty="0"/>
              <a:t>Python </a:t>
            </a:r>
            <a:r>
              <a:rPr lang="zh-CN" altLang="en-US" dirty="0"/>
              <a:t>函数，使用 </a:t>
            </a:r>
            <a:r>
              <a:rPr lang="en-US" altLang="zh-CN" dirty="0" err="1"/>
              <a:t>LangChain</a:t>
            </a:r>
            <a:r>
              <a:rPr lang="en-US" altLang="zh-CN" dirty="0"/>
              <a:t> </a:t>
            </a:r>
            <a:r>
              <a:rPr lang="zh-CN" altLang="en-US" dirty="0"/>
              <a:t>的 </a:t>
            </a:r>
            <a:r>
              <a:rPr lang="en-US" altLang="zh-CN" dirty="0" err="1"/>
              <a:t>AgentExecutor</a:t>
            </a:r>
            <a:r>
              <a:rPr lang="zh-CN" altLang="en-US" dirty="0"/>
              <a:t>专门负责根据参数调用开源 </a:t>
            </a:r>
            <a:r>
              <a:rPr lang="en-US" altLang="zh-CN" dirty="0"/>
              <a:t>API 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064B08-1DB2-9D6C-1BE4-099BF91E5ABB}"/>
              </a:ext>
            </a:extLst>
          </p:cNvPr>
          <p:cNvSpPr txBox="1"/>
          <p:nvPr/>
        </p:nvSpPr>
        <p:spPr>
          <a:xfrm>
            <a:off x="576063" y="491339"/>
            <a:ext cx="10528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/>
              <a:t>任务：对指定的数据库构建</a:t>
            </a:r>
            <a:r>
              <a:rPr lang="en-US" altLang="zh-CN" dirty="0"/>
              <a:t>Agent</a:t>
            </a:r>
            <a:r>
              <a:rPr lang="zh-CN" altLang="en-US" dirty="0"/>
              <a:t>，例如  希望做</a:t>
            </a:r>
            <a:r>
              <a:rPr lang="en-US" altLang="zh-CN" dirty="0"/>
              <a:t>2024</a:t>
            </a:r>
            <a:r>
              <a:rPr lang="zh-CN" altLang="en-US" dirty="0"/>
              <a:t>年中欧碳排放贸易量计算有哪些数据可用，并给出数据</a:t>
            </a:r>
          </a:p>
        </p:txBody>
      </p:sp>
    </p:spTree>
    <p:extLst>
      <p:ext uri="{BB962C8B-B14F-4D97-AF65-F5344CB8AC3E}">
        <p14:creationId xmlns:p14="http://schemas.microsoft.com/office/powerpoint/2010/main" val="2111542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102</Words>
  <Application>Microsoft Office PowerPoint</Application>
  <PresentationFormat>宽屏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 Liu</dc:creator>
  <cp:lastModifiedBy>Hao Liu</cp:lastModifiedBy>
  <cp:revision>1</cp:revision>
  <dcterms:created xsi:type="dcterms:W3CDTF">2026-05-08T05:52:58Z</dcterms:created>
  <dcterms:modified xsi:type="dcterms:W3CDTF">2026-05-08T06:43:22Z</dcterms:modified>
</cp:coreProperties>
</file>