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612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316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960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383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3157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8596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3779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97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9630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4429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4684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165D88-AD7F-4A3E-AF0D-D47865DDC7CF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46D8CE-58B4-4FD8-9EDB-31627AC9F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3932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A38EA5D-0FC1-2216-79ED-000F8EFC297B}"/>
              </a:ext>
            </a:extLst>
          </p:cNvPr>
          <p:cNvSpPr/>
          <p:nvPr/>
        </p:nvSpPr>
        <p:spPr>
          <a:xfrm>
            <a:off x="180974" y="266700"/>
            <a:ext cx="10963275" cy="6429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0F21C34-359B-C3C9-C6EB-A716438EE818}"/>
              </a:ext>
            </a:extLst>
          </p:cNvPr>
          <p:cNvSpPr txBox="1"/>
          <p:nvPr/>
        </p:nvSpPr>
        <p:spPr>
          <a:xfrm>
            <a:off x="8126768" y="461963"/>
            <a:ext cx="320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LLM </a:t>
            </a:r>
            <a:r>
              <a:rPr lang="zh-CN" altLang="en-US" dirty="0"/>
              <a:t>负责理解需求和编排工具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7106CA5-FA4F-6EC4-F203-C020701F07DB}"/>
              </a:ext>
            </a:extLst>
          </p:cNvPr>
          <p:cNvSpPr txBox="1"/>
          <p:nvPr/>
        </p:nvSpPr>
        <p:spPr>
          <a:xfrm>
            <a:off x="247451" y="307240"/>
            <a:ext cx="105287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地理编码工具：通过</a:t>
            </a:r>
            <a:r>
              <a:rPr lang="en-US" altLang="zh-CN" dirty="0" err="1"/>
              <a:t>Geopy</a:t>
            </a:r>
            <a:r>
              <a:rPr lang="zh-CN" altLang="en-US" dirty="0"/>
              <a:t>实现把语义的位置范围转化为</a:t>
            </a:r>
            <a:r>
              <a:rPr lang="en-US" altLang="zh-CN" dirty="0"/>
              <a:t>BBOX</a:t>
            </a:r>
            <a:r>
              <a:rPr lang="zh-CN" altLang="en-US" dirty="0"/>
              <a:t>（经纬度象限）</a:t>
            </a:r>
            <a:endParaRPr lang="en-US" altLang="zh-CN" dirty="0"/>
          </a:p>
          <a:p>
            <a:pPr marL="342900" indent="-342900">
              <a:buFontTx/>
              <a:buAutoNum type="arabicPeriod"/>
            </a:pPr>
            <a:r>
              <a:rPr lang="zh-CN" altLang="en-US" dirty="0"/>
              <a:t>调用写好的数据获取工具，模型自己决策用哪一个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数据获取：分为</a:t>
            </a:r>
            <a:r>
              <a:rPr lang="en-US" altLang="zh-CN" dirty="0"/>
              <a:t>API</a:t>
            </a:r>
            <a:r>
              <a:rPr lang="zh-CN" altLang="en-US" dirty="0"/>
              <a:t>请求的和本地数据</a:t>
            </a:r>
            <a:endParaRPr lang="en-US" altLang="zh-CN" dirty="0"/>
          </a:p>
          <a:p>
            <a:pPr marL="800100" lvl="1" indent="-342900">
              <a:buAutoNum type="arabicPeriod"/>
            </a:pPr>
            <a:r>
              <a:rPr lang="en-US" altLang="zh-CN" dirty="0"/>
              <a:t>API</a:t>
            </a:r>
            <a:r>
              <a:rPr lang="zh-CN" altLang="en-US" dirty="0"/>
              <a:t>数据每类</a:t>
            </a:r>
            <a:r>
              <a:rPr lang="en-US" altLang="zh-CN" dirty="0"/>
              <a:t>API</a:t>
            </a:r>
            <a:r>
              <a:rPr lang="zh-CN" altLang="en-US" dirty="0"/>
              <a:t>一个脚本工具。</a:t>
            </a:r>
            <a:endParaRPr lang="en-US" altLang="zh-CN" dirty="0"/>
          </a:p>
          <a:p>
            <a:pPr marL="800100" lvl="1" indent="-342900">
              <a:buAutoNum type="arabicPeriod"/>
            </a:pPr>
            <a:r>
              <a:rPr lang="zh-CN" altLang="en-US" dirty="0"/>
              <a:t>本地数据通过</a:t>
            </a:r>
            <a:r>
              <a:rPr lang="en-US" altLang="zh-CN" dirty="0" err="1"/>
              <a:t>PostGIS</a:t>
            </a:r>
            <a:r>
              <a:rPr lang="en-US" altLang="zh-CN" dirty="0"/>
              <a:t>/</a:t>
            </a:r>
            <a:r>
              <a:rPr lang="en-US" altLang="zh-CN" dirty="0" err="1"/>
              <a:t>GeoPandas</a:t>
            </a:r>
            <a:r>
              <a:rPr lang="zh-CN" altLang="en-US" dirty="0"/>
              <a:t>管理，用</a:t>
            </a:r>
            <a:r>
              <a:rPr lang="en-US" altLang="zh-CN" dirty="0"/>
              <a:t>SQL</a:t>
            </a:r>
            <a:r>
              <a:rPr lang="zh-CN" altLang="en-US" dirty="0"/>
              <a:t>语句实现查询和裁剪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标准化输出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11542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D80E6C4-DFD0-AE31-044C-E9692E2F05E9}"/>
              </a:ext>
            </a:extLst>
          </p:cNvPr>
          <p:cNvSpPr/>
          <p:nvPr/>
        </p:nvSpPr>
        <p:spPr>
          <a:xfrm>
            <a:off x="1788318" y="2276146"/>
            <a:ext cx="1757363" cy="72390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ysClr val="windowText" lastClr="000000"/>
                </a:solidFill>
              </a:rPr>
              <a:t>地理编码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79A9EE-FF9C-1F49-1E2E-851617043C5F}"/>
              </a:ext>
            </a:extLst>
          </p:cNvPr>
          <p:cNvSpPr/>
          <p:nvPr/>
        </p:nvSpPr>
        <p:spPr>
          <a:xfrm>
            <a:off x="4157661" y="2152321"/>
            <a:ext cx="1757363" cy="97155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ysClr val="windowText" lastClr="000000"/>
                </a:solidFill>
              </a:rPr>
              <a:t>解析出经纬度坐标、年份、搜索半径</a:t>
            </a:r>
          </a:p>
        </p:txBody>
      </p:sp>
      <p:sp>
        <p:nvSpPr>
          <p:cNvPr id="4" name="流程图: 文档 3">
            <a:extLst>
              <a:ext uri="{FF2B5EF4-FFF2-40B4-BE49-F238E27FC236}">
                <a16:creationId xmlns:a16="http://schemas.microsoft.com/office/drawing/2014/main" id="{19484D9C-9AD2-CFA4-1C4D-905300D345D0}"/>
              </a:ext>
            </a:extLst>
          </p:cNvPr>
          <p:cNvSpPr/>
          <p:nvPr/>
        </p:nvSpPr>
        <p:spPr>
          <a:xfrm>
            <a:off x="1966912" y="933451"/>
            <a:ext cx="1400175" cy="766762"/>
          </a:xfrm>
          <a:prstGeom prst="flowChartDocumen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ysClr val="windowText" lastClr="000000"/>
                </a:solidFill>
              </a:rPr>
              <a:t>用户需求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D9D2BC6-0A12-F397-4407-A29ADBE8C294}"/>
              </a:ext>
            </a:extLst>
          </p:cNvPr>
          <p:cNvSpPr/>
          <p:nvPr/>
        </p:nvSpPr>
        <p:spPr>
          <a:xfrm>
            <a:off x="7646193" y="2276146"/>
            <a:ext cx="1757363" cy="72390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ysClr val="windowText" lastClr="000000"/>
                </a:solidFill>
              </a:rPr>
              <a:t>模型决策调用工具</a:t>
            </a:r>
          </a:p>
        </p:txBody>
      </p:sp>
      <p:sp>
        <p:nvSpPr>
          <p:cNvPr id="11" name="流程图: 文档 10">
            <a:extLst>
              <a:ext uri="{FF2B5EF4-FFF2-40B4-BE49-F238E27FC236}">
                <a16:creationId xmlns:a16="http://schemas.microsoft.com/office/drawing/2014/main" id="{3C8AF9BD-6487-D8C3-BC96-CD6D3E9160DA}"/>
              </a:ext>
            </a:extLst>
          </p:cNvPr>
          <p:cNvSpPr/>
          <p:nvPr/>
        </p:nvSpPr>
        <p:spPr>
          <a:xfrm>
            <a:off x="7387825" y="933450"/>
            <a:ext cx="2274097" cy="766763"/>
          </a:xfrm>
          <a:prstGeom prst="flowChartDocumen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ysClr val="windowText" lastClr="000000"/>
                </a:solidFill>
              </a:rPr>
              <a:t>返回对应区域的数据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E86705B-6633-684A-DEC2-C290283D3125}"/>
              </a:ext>
            </a:extLst>
          </p:cNvPr>
          <p:cNvSpPr/>
          <p:nvPr/>
        </p:nvSpPr>
        <p:spPr>
          <a:xfrm>
            <a:off x="5564982" y="3854589"/>
            <a:ext cx="1757363" cy="139065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ysClr val="windowText" lastClr="000000"/>
                </a:solidFill>
              </a:rPr>
              <a:t>Validation</a:t>
            </a:r>
          </a:p>
          <a:p>
            <a:pPr algn="ctr"/>
            <a:r>
              <a:rPr lang="en-US" altLang="zh-CN" dirty="0">
                <a:solidFill>
                  <a:sysClr val="windowText" lastClr="000000"/>
                </a:solidFill>
              </a:rPr>
              <a:t>Web searching checking</a:t>
            </a:r>
            <a:r>
              <a:rPr lang="zh-CN" altLang="en-US" dirty="0">
                <a:solidFill>
                  <a:sysClr val="windowText" lastClr="000000"/>
                </a:solidFill>
              </a:rPr>
              <a:t>，检查经纬度对不对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300EF01-1782-02F3-4D2B-1B863F3EBB10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2667000" y="1649522"/>
            <a:ext cx="0" cy="6266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6604C9B-8E0C-52C4-2AEB-D87BDCC0E600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3545681" y="2638096"/>
            <a:ext cx="6119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CDACD70-0EF1-2B6C-53B2-F5A8B7763971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5915024" y="2638096"/>
            <a:ext cx="1731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F5198BD1-8916-1844-FFAF-BC30E4396B72}"/>
              </a:ext>
            </a:extLst>
          </p:cNvPr>
          <p:cNvCxnSpPr>
            <a:cxnSpLocks/>
            <a:stCxn id="3" idx="2"/>
            <a:endCxn id="12" idx="1"/>
          </p:cNvCxnSpPr>
          <p:nvPr/>
        </p:nvCxnSpPr>
        <p:spPr>
          <a:xfrm rot="16200000" flipH="1">
            <a:off x="4587641" y="3572572"/>
            <a:ext cx="1426043" cy="528639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4B7EB3D8-CAD3-C440-2D49-1FAA9837A0A5}"/>
              </a:ext>
            </a:extLst>
          </p:cNvPr>
          <p:cNvCxnSpPr>
            <a:cxnSpLocks/>
            <a:stCxn id="12" idx="3"/>
            <a:endCxn id="5" idx="1"/>
          </p:cNvCxnSpPr>
          <p:nvPr/>
        </p:nvCxnSpPr>
        <p:spPr>
          <a:xfrm flipV="1">
            <a:off x="7322345" y="2638096"/>
            <a:ext cx="323848" cy="191181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D7A306D-A8B4-0E49-83D9-B45077651DBE}"/>
              </a:ext>
            </a:extLst>
          </p:cNvPr>
          <p:cNvCxnSpPr>
            <a:stCxn id="5" idx="0"/>
            <a:endCxn id="11" idx="2"/>
          </p:cNvCxnSpPr>
          <p:nvPr/>
        </p:nvCxnSpPr>
        <p:spPr>
          <a:xfrm flipH="1" flipV="1">
            <a:off x="8524874" y="1649521"/>
            <a:ext cx="1" cy="626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334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81C96-E889-DC8E-AE26-F407EF77C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1D590B94-9A0E-BF6C-9CAD-2479C10D7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1" y="2235975"/>
            <a:ext cx="11358646" cy="519592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D6B7DD3-F6F4-B638-50BA-421CAF5AD00B}"/>
              </a:ext>
            </a:extLst>
          </p:cNvPr>
          <p:cNvSpPr txBox="1"/>
          <p:nvPr/>
        </p:nvSpPr>
        <p:spPr>
          <a:xfrm>
            <a:off x="247451" y="307240"/>
            <a:ext cx="10528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添加了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0296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1614</TotalTime>
  <Words>106</Words>
  <Application>Microsoft Office PowerPoint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2013 - 2022 主题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Hao Liu</dc:creator>
  <cp:lastModifiedBy>Hao Liu</cp:lastModifiedBy>
  <cp:revision>8</cp:revision>
  <dcterms:created xsi:type="dcterms:W3CDTF">2026-05-08T05:52:58Z</dcterms:created>
  <dcterms:modified xsi:type="dcterms:W3CDTF">2026-05-29T02:41:17Z</dcterms:modified>
</cp:coreProperties>
</file>